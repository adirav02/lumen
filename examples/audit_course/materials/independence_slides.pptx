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AUDIT: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Independent iff P(A intersection B)=P(A)P(B).</a:t>
            </a:r>
          </a:p>
          <a:p>
            <a:r>
              <a:t>With P(B)&gt;0: P(A|B)=P(A).</a:t>
            </a:r>
          </a:p>
          <a:p>
            <a:r>
              <a:t>אי תלות = independence; הסתברות מותנית = conditional probability.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AUDIT: Counterexample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fair die: A={1}, B={2}.</a:t>
            </a:r>
          </a:p>
          <a:p>
            <a:r>
              <a:t>P(A intersection B)=0; P(A)P(B)=1/36.</a:t>
            </a:r>
          </a:p>
          <a:p>
            <a:r>
              <a:t>Disjoint positive-probability events are dependent.</a:t>
            </a:r>
          </a:p>
          <a:p>
            <a:r>
              <a:t>Empty event is independent of every event by the product definition.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